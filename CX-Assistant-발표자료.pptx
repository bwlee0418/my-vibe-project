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CX Assistant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&amp; 보고서 자동화 도구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비개발자를 위한 바이브 코딩 워크숍 결과물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 이병우  |  CX팀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2026. 03. 27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CX팀이 매일 겪는 비효율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 정리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 후 수작업으로 내용 정리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30~60분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보고서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후 문서화 반복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1~2시간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지표 관리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엑셀로 매일 입력·관리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집계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해결 방안 — CX Assistant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🎙️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녹음 → 자동 텍스트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API로 실시간 한국어 음성 인식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회의록 자동 정리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AI가 안건·결정사항·액션아이템 구조화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자동 생성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저장된 회의록 + CX 지표로 주간/월간 보고서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🇯🇵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일본어 번역 (토글)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회의록을 비즈니스 일본어로 원클릭 번역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보안을 고려한 백엔드 프록시 구조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(Frontend)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Tailwind + Vanilla 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/ IndexedDB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서버 (Backend)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프록시 / AWS SigV4 서명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환경변수 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(Claude)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Anthropic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52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보안 포인트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키는 서버 .env 파일에만 저장 (브라우저 노출 없음)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.gitignore로 .env 파일 git 제외  •  프론트엔드는 /api/ai 엔드포인트만 호출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프론트엔드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+ Tailwind CSS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단일 파일, CDN 기반, 반응형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 인식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Speech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 내장, 한국어(ko-KR)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저장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브라우저 내 영구 저장소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백엔드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 (순수 http)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외부 패키지 없이 동작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Bedrock (Claude)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OpenAI/Anthropic 전환 가능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번역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기반 번역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→ 일본어 토글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버전 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+ GitHub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워크숍 전 과정 이력 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회의록 정리: 30~60분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주간 보고서: 1~2시간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CX 지표: 수기 엑셀 집계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일본어 번역: 외부 의뢰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EA5E9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회의록 정리: 5~10분 (83% 단축)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주간 보고서: 15~30분 (75% 단축)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CX 지표: 앱에서 즉시 입력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일본어 번역: 원클릭 자동 번역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 코딩 워크숍 과정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GitHub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8892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0624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776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프로토타입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9496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6636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계획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분류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550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72400" y="12801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5438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4380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튜토리얼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20040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바이브 코딩이란?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296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코드를 직접 작성하지 않고, AI에게 자연어로 지시하여 소프트웨어를 만드는 방식입니다.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비개발자도 아이디어만 있으면 실제 동작하는 앱을 만들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 Assistant — 회의록 &amp; 보고서 자동화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이병우  |  CX팀  |  bwlee@directcloudlab.co.kr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CX Assistant — 바이브 코딩 워크숍 결과 발표</dc:title>
  <dc:subject>PptxGenJS Presentation</dc:subject>
  <dc:creator>이병우</dc:creator>
  <cp:lastModifiedBy>이병우</cp:lastModifiedBy>
  <cp:revision>1</cp:revision>
  <dcterms:created xsi:type="dcterms:W3CDTF">2026-03-27T08:09:32Z</dcterms:created>
  <dcterms:modified xsi:type="dcterms:W3CDTF">2026-03-27T08:09:32Z</dcterms:modified>
</cp:coreProperties>
</file>